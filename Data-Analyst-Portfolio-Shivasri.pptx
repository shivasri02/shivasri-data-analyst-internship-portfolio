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a1fed53f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a1fed53f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a1fed53f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a1fed53f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a1fed53f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a1fed53f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a1fed53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8a1fed53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a1fed53f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8a1fed53f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a1fed53f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a1fed53f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8a1fed53f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8a1fed53f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a1fed53f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8a1fed53f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8a1fed53f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8a1fed53f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8a1fed53f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8a1fed53f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8a1fed53f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8a1fed53f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Analyst Internship Portfolio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BTech student with interest in Data Analytics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Basic knowledge of Python and programming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Passionate about solving real-world problems using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Interested in data visualization and insights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Internship Overview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Worked on real-world data analysis projects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Learned complete data analysis workflow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Hands-on experience in: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Cleaning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Analysis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Visualization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Statistical Techniques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 – Data Wrangling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75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Cleaned customer purchase dataset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Handled missing values and duplicates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Converted data types (date format)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Created new feature: Age Group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Tools:</a:t>
            </a:r>
            <a:r>
              <a:rPr lang="en" sz="1900">
                <a:solidFill>
                  <a:schemeClr val="dk1"/>
                </a:solidFill>
              </a:rPr>
              <a:t> Python, Pandas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 – EDA &amp; Business Intelligence 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Analyzed Superstore dataset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Identified sales and profit trends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Created visualizations (charts &amp; graphs)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Solved business questions using SQL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Key Insight:</a:t>
            </a:r>
            <a:r>
              <a:rPr lang="en" sz="1900">
                <a:solidFill>
                  <a:schemeClr val="dk1"/>
                </a:solidFill>
              </a:rPr>
              <a:t> High sales ≠ High profit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53175"/>
            <a:ext cx="4007024" cy="411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1200" y="445025"/>
            <a:ext cx="4078550" cy="411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 – Trader Behavior Analysis 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Analyzed trading performance using sentiment data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Compared Fear vs Greed market conditions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Studied trading patterns and behavior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Key Insight:</a:t>
            </a:r>
            <a:r>
              <a:rPr lang="en" sz="1900">
                <a:solidFill>
                  <a:schemeClr val="dk1"/>
                </a:solidFill>
              </a:rPr>
              <a:t> Better performance during Greed periods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25" y="445025"/>
            <a:ext cx="3743950" cy="411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478212"/>
            <a:ext cx="3976600" cy="4079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 – Sales Analysis &amp; Statistics 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Performed sales trend analysis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Studied relationship between sales and profit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Applied hypothesis testing (T-test)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Result:</a:t>
            </a:r>
            <a:r>
              <a:rPr lang="en" sz="1900">
                <a:solidFill>
                  <a:schemeClr val="dk1"/>
                </a:solidFill>
              </a:rPr>
              <a:t> Significant difference between categories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Gained 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Python Programming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Analysis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Cleaning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Visualization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SQL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Statistical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Learnings 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Importance of clean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How to extract insights from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Visualization improves understanding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helps in decision making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Gained practical experience in data analytics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Built multiple real-world projects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Improved problem-solving skills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Looking forward to more opportunities in data 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