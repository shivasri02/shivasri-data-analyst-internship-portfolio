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48a75c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48a75c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48a75cc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48a75cc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e48a75c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e48a75c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48a75cc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48a75cc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48a75cc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48a75cc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e48a75cc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e48a75cc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48a75c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48a75c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Data Analysis &amp; Insights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338300" y="3924475"/>
            <a:ext cx="35733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Name: Shivasri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Project: Data Analysis Task 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57025" y="331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objective of this project is to analyze sales data to identify patterns and trends that influence business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analysis helps in understanding customer behavior and improving overall revenue.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Dataset Overview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dataset contains sales transaction details including product category, price, quantity sold, and total revenue.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provides valuable insights into product performance and customer purchasing patterns.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5725" y="8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 1 – Product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55175"/>
            <a:ext cx="8520600" cy="4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Electronics category generates the highest revenue among all product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indicates strong customer demand and higher profitability in this segment.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675" y="2077800"/>
            <a:ext cx="4131650" cy="30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5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 2 – Sales Trend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744600"/>
            <a:ext cx="8520600" cy="4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Sales are higher during weekends compared to weekdays.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shows that customers are more active during weekends, making it an important time for promotions.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550" y="1953175"/>
            <a:ext cx="4160200" cy="310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8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 3 – Sales vs Profit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57025" y="744625"/>
            <a:ext cx="8520600" cy="4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scatter plot shows the relationship between sales and profit.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sales increase, profit generally increases, although there are some fluctuations.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375" y="1984825"/>
            <a:ext cx="4665175" cy="29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insights help businesses: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Identify high-performing product categories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Optimize pricing strategies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Focus marketing efforts on peak sales periods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can lead to improved sales and better decision-making.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Recommendations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 the analysis: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Focus on high-performing categories like Electronics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Increase promotions during weekends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competitive pricing strategies to attract more customers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actions can significantly improve overall revenue.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89225" y="49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323375"/>
            <a:ext cx="8520600" cy="30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b="1" lang="en" sz="1808">
                <a:solidFill>
                  <a:schemeClr val="dk1"/>
                </a:solidFill>
              </a:rPr>
              <a:t>Hypothesis:</a:t>
            </a:r>
            <a:br>
              <a:rPr b="1" lang="en" sz="1808">
                <a:solidFill>
                  <a:schemeClr val="dk1"/>
                </a:solidFill>
              </a:rPr>
            </a:br>
            <a:r>
              <a:rPr lang="en" sz="1808">
                <a:solidFill>
                  <a:schemeClr val="dk1"/>
                </a:solidFill>
              </a:rPr>
              <a:t> H₀: No significant difference in sales between categories</a:t>
            </a:r>
            <a:br>
              <a:rPr lang="en" sz="1808">
                <a:solidFill>
                  <a:schemeClr val="dk1"/>
                </a:solidFill>
              </a:rPr>
            </a:br>
            <a:r>
              <a:rPr lang="en" sz="1808">
                <a:solidFill>
                  <a:schemeClr val="dk1"/>
                </a:solidFill>
              </a:rPr>
              <a:t> H₁: Significant difference in sales between categories</a:t>
            </a:r>
            <a:endParaRPr sz="1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b="1" lang="en" sz="1808">
                <a:solidFill>
                  <a:schemeClr val="dk1"/>
                </a:solidFill>
              </a:rPr>
              <a:t>Method Used:</a:t>
            </a:r>
            <a:br>
              <a:rPr b="1" lang="en" sz="1808">
                <a:solidFill>
                  <a:schemeClr val="dk1"/>
                </a:solidFill>
              </a:rPr>
            </a:br>
            <a:r>
              <a:rPr lang="en" sz="1808">
                <a:solidFill>
                  <a:schemeClr val="dk1"/>
                </a:solidFill>
              </a:rPr>
              <a:t> A T-test was performed using Python on the Superstore dataset.</a:t>
            </a:r>
            <a:endParaRPr sz="1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b="1" lang="en" sz="1808">
                <a:solidFill>
                  <a:schemeClr val="dk1"/>
                </a:solidFill>
              </a:rPr>
              <a:t>Result:</a:t>
            </a:r>
            <a:br>
              <a:rPr b="1" lang="en" sz="1808">
                <a:solidFill>
                  <a:schemeClr val="dk1"/>
                </a:solidFill>
              </a:rPr>
            </a:br>
            <a:r>
              <a:rPr lang="en" sz="1808">
                <a:solidFill>
                  <a:schemeClr val="dk1"/>
                </a:solidFill>
              </a:rPr>
              <a:t> The p-value (0.00024) is less than 0.05, indicating statistical significance.</a:t>
            </a:r>
            <a:endParaRPr sz="1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b="1" lang="en" sz="1808">
                <a:solidFill>
                  <a:schemeClr val="dk1"/>
                </a:solidFill>
              </a:rPr>
              <a:t>Conclusion:</a:t>
            </a:r>
            <a:br>
              <a:rPr b="1" lang="en" sz="1808">
                <a:solidFill>
                  <a:schemeClr val="dk1"/>
                </a:solidFill>
              </a:rPr>
            </a:br>
            <a:r>
              <a:rPr lang="en" sz="1808">
                <a:solidFill>
                  <a:schemeClr val="dk1"/>
                </a:solidFill>
              </a:rPr>
              <a:t> We reject the null hypothesis and conclude that sales differ significantly between categories.</a:t>
            </a:r>
            <a:endParaRPr sz="18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