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b74f36bc_0_15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1b74f36bc_0_15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b74f36bc_0_20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b74f36bc_0_20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b74f36bc_0_20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b74f36bc_0_20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b74f36bc_0_20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b74f36bc_0_20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b74f36bc_0_20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1b74f36bc_0_20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EDA &amp; Business Intelligence Project</a:t>
            </a:r>
            <a:endParaRPr lang="en-GB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Dataset: Superstore Sales Dataset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Presented by: Shivasri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Metrics (KPIs)</a:t>
            </a:r>
            <a:endParaRPr lang="en-GB"/>
          </a:p>
        </p:txBody>
      </p:sp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Key Performance Indicators (KPIs)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• Total Orders: 9994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• Total Sales: High overall revenue observed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• Total Profit: Positive overall with some losses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Summary: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000"/>
              <a:buFont typeface="Arial" panose="020B0604020202020204"/>
              <a:buNone/>
            </a:pPr>
            <a:r>
              <a:rPr lang="en-GB"/>
              <a:t>The dataset contains sales transactions across different categories, regions, and customers.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15350" y="56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Visual Analysis</a:t>
            </a:r>
            <a:endParaRPr lang="en-GB"/>
          </a:p>
        </p:txBody>
      </p:sp>
      <p:sp>
        <p:nvSpPr>
          <p:cNvPr id="67" name="Google Shape;67;p15"/>
          <p:cNvSpPr txBox="1"/>
          <p:nvPr>
            <p:ph type="body" idx="1"/>
          </p:nvPr>
        </p:nvSpPr>
        <p:spPr>
          <a:xfrm>
            <a:off x="382150" y="747625"/>
            <a:ext cx="8520600" cy="4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4400" y="629325"/>
            <a:ext cx="4407600" cy="445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11350" y="747625"/>
            <a:ext cx="4315225" cy="423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1225" y="191625"/>
            <a:ext cx="4665175" cy="47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33125" y="191625"/>
            <a:ext cx="4160200" cy="474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3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Visual Analysis</a:t>
            </a:r>
            <a:endParaRPr lang="en-GB"/>
          </a:p>
        </p:txBody>
      </p:sp>
      <p:sp>
        <p:nvSpPr>
          <p:cNvPr id="83" name="Google Shape;83;p17"/>
          <p:cNvSpPr txBox="1"/>
          <p:nvPr>
            <p:ph type="body" idx="1"/>
          </p:nvPr>
        </p:nvSpPr>
        <p:spPr>
          <a:xfrm>
            <a:off x="311700" y="710350"/>
            <a:ext cx="8520600" cy="42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/>
              <a:t>• Technology category shows highest sales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/>
              <a:t>• West region generates highest revenue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• Sales vary across categories and regions</a:t>
            </a:r>
            <a:endParaRPr sz="14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078175" y="833750"/>
            <a:ext cx="4364800" cy="36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Insights </a:t>
            </a:r>
            <a:endParaRPr lang="en-GB"/>
          </a:p>
        </p:txBody>
      </p:sp>
      <p:sp>
        <p:nvSpPr>
          <p:cNvPr id="90" name="Google Shape;90;p1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Key Business Insights: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• Technology category contributes the most to total sales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• West region performs better compared to other regions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• Some transactions result in negative profit (loss)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• Higher sales do not always guarantee higher profit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• Sales show variation over time indicating possible seasonal trends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WPS Presentation</Application>
  <PresentationFormat/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Arial</vt:lpstr>
      <vt:lpstr>Microsoft YaHei</vt:lpstr>
      <vt:lpstr>Arial Unicode MS</vt:lpstr>
      <vt:lpstr>Simple Light</vt:lpstr>
      <vt:lpstr>EDA &amp; Business Intelligence Project</vt:lpstr>
      <vt:lpstr>Key Metrics (KPIs)</vt:lpstr>
      <vt:lpstr> Visual Analysis</vt:lpstr>
      <vt:lpstr>PowerPoint 演示文稿</vt:lpstr>
      <vt:lpstr>Visual Analysis</vt:lpstr>
      <vt:lpstr>Key Insights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&amp; Business Intelligence Project</dc:title>
  <dc:creator/>
  <cp:lastModifiedBy>Shivasri BACHUWAR</cp:lastModifiedBy>
  <cp:revision>1</cp:revision>
  <dcterms:created xsi:type="dcterms:W3CDTF">2026-03-23T05:58:37Z</dcterms:created>
  <dcterms:modified xsi:type="dcterms:W3CDTF">2026-03-23T05:58:37Z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0F15BD6057F24E3CA88596DB441AF968_13</vt:lpwstr>
  </property>
  <property fmtid="{D5CDD505-2E9C-101B-9397-08002B2CF9AE}" pid="3" name="KSOProductBuildVer">
    <vt:lpwstr>1033-12.2.0.23196</vt:lpwstr>
  </property>
</Properties>
</file>